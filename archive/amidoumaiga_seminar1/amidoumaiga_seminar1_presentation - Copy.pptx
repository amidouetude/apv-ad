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10" r:id="rId3"/>
    <p:sldId id="311" r:id="rId4"/>
    <p:sldId id="312" r:id="rId5"/>
    <p:sldId id="309" r:id="rId6"/>
    <p:sldId id="314" r:id="rId7"/>
    <p:sldId id="313" r:id="rId8"/>
    <p:sldId id="315" r:id="rId9"/>
    <p:sldId id="316" r:id="rId10"/>
    <p:sldId id="317" r:id="rId11"/>
    <p:sldId id="318" r:id="rId12"/>
    <p:sldId id="319" r:id="rId13"/>
    <p:sldId id="320" r:id="rId14"/>
    <p:sldId id="30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7775"/>
    <a:srgbClr val="5EA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7A24A2D-771A-E141-6D7B-76272444096B}"/>
    <pc:docChg chg="modSld">
      <pc:chgData name="" userId="" providerId="" clId="Web-{37A24A2D-771A-E141-6D7B-76272444096B}" dt="2026-04-17T07:48:22.563" v="1" actId="1076"/>
      <pc:docMkLst>
        <pc:docMk/>
      </pc:docMkLst>
      <pc:sldChg chg="modSp">
        <pc:chgData name="" userId="" providerId="" clId="Web-{37A24A2D-771A-E141-6D7B-76272444096B}" dt="2026-04-17T07:48:22.563" v="1" actId="1076"/>
        <pc:sldMkLst>
          <pc:docMk/>
          <pc:sldMk cId="1916565892" sldId="285"/>
        </pc:sldMkLst>
        <pc:picChg chg="mod">
          <ac:chgData name="" userId="" providerId="" clId="Web-{37A24A2D-771A-E141-6D7B-76272444096B}" dt="2026-04-17T07:48:22.563" v="1" actId="1076"/>
          <ac:picMkLst>
            <pc:docMk/>
            <pc:sldMk cId="1916565892" sldId="285"/>
            <ac:picMk id="3" creationId="{BD958406-DADB-492D-B11E-94A804E829D6}"/>
          </ac:picMkLst>
        </pc:picChg>
      </pc:sldChg>
    </pc:docChg>
  </pc:docChgLst>
  <pc:docChgLst>
    <pc:chgData name="Amidou MAIGA" userId="e3a68560-8b3e-4c6f-8a91-7cd388bfee19" providerId="ADAL" clId="{0E45C5E4-6A80-49CC-8836-1266CB43F008}"/>
    <pc:docChg chg="undo custSel addSld delSld modSld sldOrd">
      <pc:chgData name="Amidou MAIGA" userId="e3a68560-8b3e-4c6f-8a91-7cd388bfee19" providerId="ADAL" clId="{0E45C5E4-6A80-49CC-8836-1266CB43F008}" dt="2026-04-20T13:05:04.810" v="274" actId="14100"/>
      <pc:docMkLst>
        <pc:docMk/>
      </pc:docMkLst>
      <pc:sldChg chg="del">
        <pc:chgData name="Amidou MAIGA" userId="e3a68560-8b3e-4c6f-8a91-7cd388bfee19" providerId="ADAL" clId="{0E45C5E4-6A80-49CC-8836-1266CB43F008}" dt="2026-04-14T23:41:20.976" v="50" actId="47"/>
        <pc:sldMkLst>
          <pc:docMk/>
          <pc:sldMk cId="968778459" sldId="256"/>
        </pc:sldMkLst>
      </pc:sldChg>
      <pc:sldChg chg="del">
        <pc:chgData name="Amidou MAIGA" userId="e3a68560-8b3e-4c6f-8a91-7cd388bfee19" providerId="ADAL" clId="{0E45C5E4-6A80-49CC-8836-1266CB43F008}" dt="2026-04-14T23:41:21.322" v="51" actId="47"/>
        <pc:sldMkLst>
          <pc:docMk/>
          <pc:sldMk cId="847606964" sldId="257"/>
        </pc:sldMkLst>
      </pc:sldChg>
      <pc:sldChg chg="del">
        <pc:chgData name="Amidou MAIGA" userId="e3a68560-8b3e-4c6f-8a91-7cd388bfee19" providerId="ADAL" clId="{0E45C5E4-6A80-49CC-8836-1266CB43F008}" dt="2026-04-14T23:41:21.797" v="52" actId="47"/>
        <pc:sldMkLst>
          <pc:docMk/>
          <pc:sldMk cId="3236663131" sldId="258"/>
        </pc:sldMkLst>
      </pc:sldChg>
      <pc:sldChg chg="del">
        <pc:chgData name="Amidou MAIGA" userId="e3a68560-8b3e-4c6f-8a91-7cd388bfee19" providerId="ADAL" clId="{0E45C5E4-6A80-49CC-8836-1266CB43F008}" dt="2026-04-14T23:41:24.007" v="58" actId="47"/>
        <pc:sldMkLst>
          <pc:docMk/>
          <pc:sldMk cId="3956845292" sldId="259"/>
        </pc:sldMkLst>
      </pc:sldChg>
      <pc:sldChg chg="del">
        <pc:chgData name="Amidou MAIGA" userId="e3a68560-8b3e-4c6f-8a91-7cd388bfee19" providerId="ADAL" clId="{0E45C5E4-6A80-49CC-8836-1266CB43F008}" dt="2026-04-14T23:41:22.603" v="54" actId="47"/>
        <pc:sldMkLst>
          <pc:docMk/>
          <pc:sldMk cId="4125387318" sldId="260"/>
        </pc:sldMkLst>
      </pc:sldChg>
      <pc:sldChg chg="del">
        <pc:chgData name="Amidou MAIGA" userId="e3a68560-8b3e-4c6f-8a91-7cd388bfee19" providerId="ADAL" clId="{0E45C5E4-6A80-49CC-8836-1266CB43F008}" dt="2026-04-14T23:41:22.210" v="53" actId="47"/>
        <pc:sldMkLst>
          <pc:docMk/>
          <pc:sldMk cId="3796593122" sldId="261"/>
        </pc:sldMkLst>
      </pc:sldChg>
      <pc:sldChg chg="del">
        <pc:chgData name="Amidou MAIGA" userId="e3a68560-8b3e-4c6f-8a91-7cd388bfee19" providerId="ADAL" clId="{0E45C5E4-6A80-49CC-8836-1266CB43F008}" dt="2026-04-14T23:41:22.929" v="55" actId="47"/>
        <pc:sldMkLst>
          <pc:docMk/>
          <pc:sldMk cId="3845728985" sldId="262"/>
        </pc:sldMkLst>
      </pc:sldChg>
      <pc:sldChg chg="del">
        <pc:chgData name="Amidou MAIGA" userId="e3a68560-8b3e-4c6f-8a91-7cd388bfee19" providerId="ADAL" clId="{0E45C5E4-6A80-49CC-8836-1266CB43F008}" dt="2026-04-14T23:41:23.264" v="56" actId="47"/>
        <pc:sldMkLst>
          <pc:docMk/>
          <pc:sldMk cId="3383741870" sldId="263"/>
        </pc:sldMkLst>
      </pc:sldChg>
      <pc:sldChg chg="del">
        <pc:chgData name="Amidou MAIGA" userId="e3a68560-8b3e-4c6f-8a91-7cd388bfee19" providerId="ADAL" clId="{0E45C5E4-6A80-49CC-8836-1266CB43F008}" dt="2026-04-14T23:41:23.610" v="57" actId="47"/>
        <pc:sldMkLst>
          <pc:docMk/>
          <pc:sldMk cId="2995880621" sldId="264"/>
        </pc:sldMkLst>
      </pc:sldChg>
      <pc:sldChg chg="del">
        <pc:chgData name="Amidou MAIGA" userId="e3a68560-8b3e-4c6f-8a91-7cd388bfee19" providerId="ADAL" clId="{0E45C5E4-6A80-49CC-8836-1266CB43F008}" dt="2026-04-14T23:41:24.319" v="59" actId="47"/>
        <pc:sldMkLst>
          <pc:docMk/>
          <pc:sldMk cId="3138451143" sldId="265"/>
        </pc:sldMkLst>
      </pc:sldChg>
      <pc:sldChg chg="del">
        <pc:chgData name="Amidou MAIGA" userId="e3a68560-8b3e-4c6f-8a91-7cd388bfee19" providerId="ADAL" clId="{0E45C5E4-6A80-49CC-8836-1266CB43F008}" dt="2026-04-14T23:41:24.738" v="60" actId="47"/>
        <pc:sldMkLst>
          <pc:docMk/>
          <pc:sldMk cId="2985806537" sldId="266"/>
        </pc:sldMkLst>
      </pc:sldChg>
      <pc:sldChg chg="del">
        <pc:chgData name="Amidou MAIGA" userId="e3a68560-8b3e-4c6f-8a91-7cd388bfee19" providerId="ADAL" clId="{0E45C5E4-6A80-49CC-8836-1266CB43F008}" dt="2026-04-14T23:41:25.048" v="61" actId="47"/>
        <pc:sldMkLst>
          <pc:docMk/>
          <pc:sldMk cId="1544622938" sldId="267"/>
        </pc:sldMkLst>
      </pc:sldChg>
      <pc:sldChg chg="del">
        <pc:chgData name="Amidou MAIGA" userId="e3a68560-8b3e-4c6f-8a91-7cd388bfee19" providerId="ADAL" clId="{0E45C5E4-6A80-49CC-8836-1266CB43F008}" dt="2026-04-14T23:41:25.368" v="62" actId="47"/>
        <pc:sldMkLst>
          <pc:docMk/>
          <pc:sldMk cId="3382196114" sldId="268"/>
        </pc:sldMkLst>
      </pc:sldChg>
      <pc:sldChg chg="del">
        <pc:chgData name="Amidou MAIGA" userId="e3a68560-8b3e-4c6f-8a91-7cd388bfee19" providerId="ADAL" clId="{0E45C5E4-6A80-49CC-8836-1266CB43F008}" dt="2026-04-14T23:41:25.948" v="64" actId="47"/>
        <pc:sldMkLst>
          <pc:docMk/>
          <pc:sldMk cId="1037961659" sldId="269"/>
        </pc:sldMkLst>
      </pc:sldChg>
      <pc:sldChg chg="addSp modSp del mod">
        <pc:chgData name="Amidou MAIGA" userId="e3a68560-8b3e-4c6f-8a91-7cd388bfee19" providerId="ADAL" clId="{0E45C5E4-6A80-49CC-8836-1266CB43F008}" dt="2026-04-14T23:41:26.299" v="65" actId="47"/>
        <pc:sldMkLst>
          <pc:docMk/>
          <pc:sldMk cId="2971214744" sldId="270"/>
        </pc:sldMkLst>
        <pc:picChg chg="add mod">
          <ac:chgData name="Amidou MAIGA" userId="e3a68560-8b3e-4c6f-8a91-7cd388bfee19" providerId="ADAL" clId="{0E45C5E4-6A80-49CC-8836-1266CB43F008}" dt="2026-04-13T16:38:22.835" v="2" actId="14100"/>
          <ac:picMkLst>
            <pc:docMk/>
            <pc:sldMk cId="2971214744" sldId="270"/>
            <ac:picMk id="3" creationId="{CEC5622F-1388-4942-9AA1-8FA1A8BE3A2C}"/>
          </ac:picMkLst>
        </pc:picChg>
      </pc:sldChg>
      <pc:sldChg chg="addSp modSp del">
        <pc:chgData name="Amidou MAIGA" userId="e3a68560-8b3e-4c6f-8a91-7cd388bfee19" providerId="ADAL" clId="{0E45C5E4-6A80-49CC-8836-1266CB43F008}" dt="2026-04-14T23:41:34.217" v="69" actId="47"/>
        <pc:sldMkLst>
          <pc:docMk/>
          <pc:sldMk cId="1828194512" sldId="271"/>
        </pc:sldMkLst>
        <pc:picChg chg="add mod">
          <ac:chgData name="Amidou MAIGA" userId="e3a68560-8b3e-4c6f-8a91-7cd388bfee19" providerId="ADAL" clId="{0E45C5E4-6A80-49CC-8836-1266CB43F008}" dt="2026-04-13T17:25:25.636" v="14" actId="931"/>
          <ac:picMkLst>
            <pc:docMk/>
            <pc:sldMk cId="1828194512" sldId="271"/>
            <ac:picMk id="3" creationId="{7F067C29-9116-4464-8478-DB633D9737A1}"/>
          </ac:picMkLst>
        </pc:picChg>
      </pc:sldChg>
      <pc:sldChg chg="del">
        <pc:chgData name="Amidou MAIGA" userId="e3a68560-8b3e-4c6f-8a91-7cd388bfee19" providerId="ADAL" clId="{0E45C5E4-6A80-49CC-8836-1266CB43F008}" dt="2026-04-14T23:41:25.642" v="63" actId="47"/>
        <pc:sldMkLst>
          <pc:docMk/>
          <pc:sldMk cId="2811481427" sldId="272"/>
        </pc:sldMkLst>
      </pc:sldChg>
      <pc:sldChg chg="addSp modSp del mod">
        <pc:chgData name="Amidou MAIGA" userId="e3a68560-8b3e-4c6f-8a91-7cd388bfee19" providerId="ADAL" clId="{0E45C5E4-6A80-49CC-8836-1266CB43F008}" dt="2026-04-14T23:41:28.318" v="66" actId="47"/>
        <pc:sldMkLst>
          <pc:docMk/>
          <pc:sldMk cId="1657434140" sldId="273"/>
        </pc:sldMkLst>
        <pc:picChg chg="add mod">
          <ac:chgData name="Amidou MAIGA" userId="e3a68560-8b3e-4c6f-8a91-7cd388bfee19" providerId="ADAL" clId="{0E45C5E4-6A80-49CC-8836-1266CB43F008}" dt="2026-04-13T16:43:24.335" v="5" actId="14100"/>
          <ac:picMkLst>
            <pc:docMk/>
            <pc:sldMk cId="1657434140" sldId="273"/>
            <ac:picMk id="3" creationId="{ACDB1FB1-92D5-41E6-A4D1-A66EBFD089AF}"/>
          </ac:picMkLst>
        </pc:picChg>
      </pc:sldChg>
      <pc:sldChg chg="addSp modSp del">
        <pc:chgData name="Amidou MAIGA" userId="e3a68560-8b3e-4c6f-8a91-7cd388bfee19" providerId="ADAL" clId="{0E45C5E4-6A80-49CC-8836-1266CB43F008}" dt="2026-04-14T23:41:29.242" v="67" actId="47"/>
        <pc:sldMkLst>
          <pc:docMk/>
          <pc:sldMk cId="4294830621" sldId="274"/>
        </pc:sldMkLst>
        <pc:picChg chg="add mod">
          <ac:chgData name="Amidou MAIGA" userId="e3a68560-8b3e-4c6f-8a91-7cd388bfee19" providerId="ADAL" clId="{0E45C5E4-6A80-49CC-8836-1266CB43F008}" dt="2026-04-13T17:15:49.886" v="6" actId="931"/>
          <ac:picMkLst>
            <pc:docMk/>
            <pc:sldMk cId="4294830621" sldId="274"/>
            <ac:picMk id="3" creationId="{E71C3B03-FD56-49D5-BFA1-1A361B2945FD}"/>
          </ac:picMkLst>
        </pc:picChg>
      </pc:sldChg>
      <pc:sldChg chg="addSp modSp del">
        <pc:chgData name="Amidou MAIGA" userId="e3a68560-8b3e-4c6f-8a91-7cd388bfee19" providerId="ADAL" clId="{0E45C5E4-6A80-49CC-8836-1266CB43F008}" dt="2026-04-14T23:41:31.646" v="68" actId="47"/>
        <pc:sldMkLst>
          <pc:docMk/>
          <pc:sldMk cId="2778127296" sldId="275"/>
        </pc:sldMkLst>
        <pc:picChg chg="add mod">
          <ac:chgData name="Amidou MAIGA" userId="e3a68560-8b3e-4c6f-8a91-7cd388bfee19" providerId="ADAL" clId="{0E45C5E4-6A80-49CC-8836-1266CB43F008}" dt="2026-04-13T17:20:09.984" v="7" actId="931"/>
          <ac:picMkLst>
            <pc:docMk/>
            <pc:sldMk cId="2778127296" sldId="275"/>
            <ac:picMk id="3" creationId="{5DC3F0A0-6AF9-4C66-B080-97DB88527CD1}"/>
          </ac:picMkLst>
        </pc:picChg>
      </pc:sldChg>
      <pc:sldChg chg="addSp modSp add del">
        <pc:chgData name="Amidou MAIGA" userId="e3a68560-8b3e-4c6f-8a91-7cd388bfee19" providerId="ADAL" clId="{0E45C5E4-6A80-49CC-8836-1266CB43F008}" dt="2026-04-14T23:41:35.557" v="70" actId="47"/>
        <pc:sldMkLst>
          <pc:docMk/>
          <pc:sldMk cId="1710155735" sldId="276"/>
        </pc:sldMkLst>
        <pc:picChg chg="add mod">
          <ac:chgData name="Amidou MAIGA" userId="e3a68560-8b3e-4c6f-8a91-7cd388bfee19" providerId="ADAL" clId="{0E45C5E4-6A80-49CC-8836-1266CB43F008}" dt="2026-04-13T17:31:17.514" v="15" actId="931"/>
          <ac:picMkLst>
            <pc:docMk/>
            <pc:sldMk cId="1710155735" sldId="276"/>
            <ac:picMk id="3" creationId="{19AED509-D049-4CDD-977F-63FFCBF4D274}"/>
          </ac:picMkLst>
        </pc:picChg>
      </pc:sldChg>
      <pc:sldChg chg="addSp modSp add del">
        <pc:chgData name="Amidou MAIGA" userId="e3a68560-8b3e-4c6f-8a91-7cd388bfee19" providerId="ADAL" clId="{0E45C5E4-6A80-49CC-8836-1266CB43F008}" dt="2026-04-14T23:41:36.756" v="71" actId="47"/>
        <pc:sldMkLst>
          <pc:docMk/>
          <pc:sldMk cId="1259224284" sldId="277"/>
        </pc:sldMkLst>
        <pc:picChg chg="add mod">
          <ac:chgData name="Amidou MAIGA" userId="e3a68560-8b3e-4c6f-8a91-7cd388bfee19" providerId="ADAL" clId="{0E45C5E4-6A80-49CC-8836-1266CB43F008}" dt="2026-04-13T17:39:54.022" v="16" actId="931"/>
          <ac:picMkLst>
            <pc:docMk/>
            <pc:sldMk cId="1259224284" sldId="277"/>
            <ac:picMk id="3" creationId="{CA5279F8-67E7-412D-B67F-A7A2CB1ADC1B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4T23:41:39.534" v="72" actId="47"/>
        <pc:sldMkLst>
          <pc:docMk/>
          <pc:sldMk cId="2502477481" sldId="278"/>
        </pc:sldMkLst>
        <pc:picChg chg="add mod">
          <ac:chgData name="Amidou MAIGA" userId="e3a68560-8b3e-4c6f-8a91-7cd388bfee19" providerId="ADAL" clId="{0E45C5E4-6A80-49CC-8836-1266CB43F008}" dt="2026-04-13T17:42:32.090" v="17" actId="931"/>
          <ac:picMkLst>
            <pc:docMk/>
            <pc:sldMk cId="2502477481" sldId="278"/>
            <ac:picMk id="3" creationId="{EC4D7350-88E8-4C93-BF35-FA145975F14C}"/>
          </ac:picMkLst>
        </pc:picChg>
      </pc:sldChg>
      <pc:sldChg chg="addSp modSp add del">
        <pc:chgData name="Amidou MAIGA" userId="e3a68560-8b3e-4c6f-8a91-7cd388bfee19" providerId="ADAL" clId="{0E45C5E4-6A80-49CC-8836-1266CB43F008}" dt="2026-04-14T23:41:43.879" v="73" actId="47"/>
        <pc:sldMkLst>
          <pc:docMk/>
          <pc:sldMk cId="205554982" sldId="279"/>
        </pc:sldMkLst>
        <pc:picChg chg="add mod">
          <ac:chgData name="Amidou MAIGA" userId="e3a68560-8b3e-4c6f-8a91-7cd388bfee19" providerId="ADAL" clId="{0E45C5E4-6A80-49CC-8836-1266CB43F008}" dt="2026-04-13T17:45:15.832" v="18" actId="931"/>
          <ac:picMkLst>
            <pc:docMk/>
            <pc:sldMk cId="205554982" sldId="279"/>
            <ac:picMk id="3" creationId="{9A7FE5B2-FA33-4604-BA35-D34E1CB51F78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4T23:41:49.944" v="74" actId="47"/>
        <pc:sldMkLst>
          <pc:docMk/>
          <pc:sldMk cId="1240981930" sldId="280"/>
        </pc:sldMkLst>
        <pc:picChg chg="add mod">
          <ac:chgData name="Amidou MAIGA" userId="e3a68560-8b3e-4c6f-8a91-7cd388bfee19" providerId="ADAL" clId="{0E45C5E4-6A80-49CC-8836-1266CB43F008}" dt="2026-04-13T17:50:54.729" v="19" actId="931"/>
          <ac:picMkLst>
            <pc:docMk/>
            <pc:sldMk cId="1240981930" sldId="280"/>
            <ac:picMk id="3" creationId="{9727BD6B-056E-4B95-ACD7-14E721E96F34}"/>
          </ac:picMkLst>
        </pc:picChg>
      </pc:sldChg>
      <pc:sldChg chg="addSp modSp add del">
        <pc:chgData name="Amidou MAIGA" userId="e3a68560-8b3e-4c6f-8a91-7cd388bfee19" providerId="ADAL" clId="{0E45C5E4-6A80-49CC-8836-1266CB43F008}" dt="2026-04-14T23:41:50.751" v="75" actId="47"/>
        <pc:sldMkLst>
          <pc:docMk/>
          <pc:sldMk cId="1564905377" sldId="281"/>
        </pc:sldMkLst>
        <pc:picChg chg="add mod">
          <ac:chgData name="Amidou MAIGA" userId="e3a68560-8b3e-4c6f-8a91-7cd388bfee19" providerId="ADAL" clId="{0E45C5E4-6A80-49CC-8836-1266CB43F008}" dt="2026-04-13T17:54:11.412" v="20" actId="931"/>
          <ac:picMkLst>
            <pc:docMk/>
            <pc:sldMk cId="1564905377" sldId="281"/>
            <ac:picMk id="3" creationId="{3FF4F00D-22A9-4DF0-80D9-153229875369}"/>
          </ac:picMkLst>
        </pc:picChg>
      </pc:sldChg>
      <pc:sldChg chg="addSp delSp modSp add del mod replId">
        <pc:chgData name="Amidou MAIGA" userId="e3a68560-8b3e-4c6f-8a91-7cd388bfee19" providerId="ADAL" clId="{0E45C5E4-6A80-49CC-8836-1266CB43F008}" dt="2026-04-14T23:41:52.272" v="76" actId="47"/>
        <pc:sldMkLst>
          <pc:docMk/>
          <pc:sldMk cId="545335833" sldId="282"/>
        </pc:sldMkLst>
        <pc:spChg chg="add mod">
          <ac:chgData name="Amidou MAIGA" userId="e3a68560-8b3e-4c6f-8a91-7cd388bfee19" providerId="ADAL" clId="{0E45C5E4-6A80-49CC-8836-1266CB43F008}" dt="2026-04-13T17:56:46.878" v="25" actId="207"/>
          <ac:spMkLst>
            <pc:docMk/>
            <pc:sldMk cId="545335833" sldId="282"/>
            <ac:spMk id="2" creationId="{5F4C92BE-F918-40F1-9E22-5508122084B1}"/>
          </ac:spMkLst>
        </pc:spChg>
        <pc:picChg chg="add del">
          <ac:chgData name="Amidou MAIGA" userId="e3a68560-8b3e-4c6f-8a91-7cd388bfee19" providerId="ADAL" clId="{0E45C5E4-6A80-49CC-8836-1266CB43F008}" dt="2026-04-13T17:57:13.972" v="26" actId="478"/>
          <ac:picMkLst>
            <pc:docMk/>
            <pc:sldMk cId="545335833" sldId="282"/>
            <ac:picMk id="4" creationId="{C47B7EA2-7365-4849-94D5-008287668915}"/>
          </ac:picMkLst>
        </pc:picChg>
      </pc:sldChg>
      <pc:sldChg chg="addSp modSp add del">
        <pc:chgData name="Amidou MAIGA" userId="e3a68560-8b3e-4c6f-8a91-7cd388bfee19" providerId="ADAL" clId="{0E45C5E4-6A80-49CC-8836-1266CB43F008}" dt="2026-04-14T23:23:48.815" v="34" actId="47"/>
        <pc:sldMkLst>
          <pc:docMk/>
          <pc:sldMk cId="1724926669" sldId="283"/>
        </pc:sldMkLst>
        <pc:picChg chg="add mod">
          <ac:chgData name="Amidou MAIGA" userId="e3a68560-8b3e-4c6f-8a91-7cd388bfee19" providerId="ADAL" clId="{0E45C5E4-6A80-49CC-8836-1266CB43F008}" dt="2026-04-14T14:01:16.646" v="27" actId="931"/>
          <ac:picMkLst>
            <pc:docMk/>
            <pc:sldMk cId="1724926669" sldId="283"/>
            <ac:picMk id="3" creationId="{6E37961E-A5C3-4300-A544-DF0346713DBF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4T23:40:55.441" v="49" actId="47"/>
        <pc:sldMkLst>
          <pc:docMk/>
          <pc:sldMk cId="3958940999" sldId="284"/>
        </pc:sldMkLst>
        <pc:picChg chg="add mod">
          <ac:chgData name="Amidou MAIGA" userId="e3a68560-8b3e-4c6f-8a91-7cd388bfee19" providerId="ADAL" clId="{0E45C5E4-6A80-49CC-8836-1266CB43F008}" dt="2026-04-14T18:05:30.928" v="29" actId="931"/>
          <ac:picMkLst>
            <pc:docMk/>
            <pc:sldMk cId="3958940999" sldId="284"/>
            <ac:picMk id="3" creationId="{71B6C920-2557-44CB-A7D1-8DAE0CF406A9}"/>
          </ac:picMkLst>
        </pc:picChg>
      </pc:sldChg>
      <pc:sldChg chg="addSp modSp add del mod ord">
        <pc:chgData name="Amidou MAIGA" userId="e3a68560-8b3e-4c6f-8a91-7cd388bfee19" providerId="ADAL" clId="{0E45C5E4-6A80-49CC-8836-1266CB43F008}" dt="2026-04-18T10:01:00.268" v="105" actId="47"/>
        <pc:sldMkLst>
          <pc:docMk/>
          <pc:sldMk cId="1916565892" sldId="285"/>
        </pc:sldMkLst>
        <pc:picChg chg="add mod">
          <ac:chgData name="Amidou MAIGA" userId="e3a68560-8b3e-4c6f-8a91-7cd388bfee19" providerId="ADAL" clId="{0E45C5E4-6A80-49CC-8836-1266CB43F008}" dt="2026-04-15T13:38:01.618" v="95" actId="14100"/>
          <ac:picMkLst>
            <pc:docMk/>
            <pc:sldMk cId="1916565892" sldId="285"/>
            <ac:picMk id="3" creationId="{BD958406-DADB-492D-B11E-94A804E829D6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4T23:40:52.153" v="48" actId="47"/>
        <pc:sldMkLst>
          <pc:docMk/>
          <pc:sldMk cId="839930059" sldId="286"/>
        </pc:sldMkLst>
        <pc:picChg chg="add mod">
          <ac:chgData name="Amidou MAIGA" userId="e3a68560-8b3e-4c6f-8a91-7cd388bfee19" providerId="ADAL" clId="{0E45C5E4-6A80-49CC-8836-1266CB43F008}" dt="2026-04-14T18:10:54.809" v="31" actId="931"/>
          <ac:picMkLst>
            <pc:docMk/>
            <pc:sldMk cId="839930059" sldId="286"/>
            <ac:picMk id="3" creationId="{C89D8B1A-CF3C-44F8-A939-8F99B63547CD}"/>
          </ac:picMkLst>
        </pc:picChg>
      </pc:sldChg>
      <pc:sldChg chg="addSp modSp add del">
        <pc:chgData name="Amidou MAIGA" userId="e3a68560-8b3e-4c6f-8a91-7cd388bfee19" providerId="ADAL" clId="{0E45C5E4-6A80-49CC-8836-1266CB43F008}" dt="2026-04-18T11:01:35.742" v="119" actId="2696"/>
        <pc:sldMkLst>
          <pc:docMk/>
          <pc:sldMk cId="2933850087" sldId="287"/>
        </pc:sldMkLst>
        <pc:picChg chg="add mod">
          <ac:chgData name="Amidou MAIGA" userId="e3a68560-8b3e-4c6f-8a91-7cd388bfee19" providerId="ADAL" clId="{0E45C5E4-6A80-49CC-8836-1266CB43F008}" dt="2026-04-14T23:24:31.289" v="39" actId="931"/>
          <ac:picMkLst>
            <pc:docMk/>
            <pc:sldMk cId="2933850087" sldId="287"/>
            <ac:picMk id="3" creationId="{6C6C1080-5FE5-47A3-8DA0-8FCA996D4152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8T11:02:56.430" v="125" actId="2696"/>
        <pc:sldMkLst>
          <pc:docMk/>
          <pc:sldMk cId="1026108240" sldId="288"/>
        </pc:sldMkLst>
        <pc:picChg chg="add mod">
          <ac:chgData name="Amidou MAIGA" userId="e3a68560-8b3e-4c6f-8a91-7cd388bfee19" providerId="ADAL" clId="{0E45C5E4-6A80-49CC-8836-1266CB43F008}" dt="2026-04-14T23:24:41.473" v="40" actId="931"/>
          <ac:picMkLst>
            <pc:docMk/>
            <pc:sldMk cId="1026108240" sldId="288"/>
            <ac:picMk id="3" creationId="{FF33C153-D998-4BD9-9FC1-EF2D2EB3BA14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8T11:44:10.913" v="131" actId="2696"/>
        <pc:sldMkLst>
          <pc:docMk/>
          <pc:sldMk cId="1850221669" sldId="289"/>
        </pc:sldMkLst>
        <pc:picChg chg="add mod">
          <ac:chgData name="Amidou MAIGA" userId="e3a68560-8b3e-4c6f-8a91-7cd388bfee19" providerId="ADAL" clId="{0E45C5E4-6A80-49CC-8836-1266CB43F008}" dt="2026-04-14T23:24:48.927" v="41" actId="931"/>
          <ac:picMkLst>
            <pc:docMk/>
            <pc:sldMk cId="1850221669" sldId="289"/>
            <ac:picMk id="3" creationId="{800133D5-3300-4893-885E-5B8609877EAE}"/>
          </ac:picMkLst>
        </pc:picChg>
      </pc:sldChg>
      <pc:sldChg chg="addSp modSp add del">
        <pc:chgData name="Amidou MAIGA" userId="e3a68560-8b3e-4c6f-8a91-7cd388bfee19" providerId="ADAL" clId="{0E45C5E4-6A80-49CC-8836-1266CB43F008}" dt="2026-04-18T12:10:15.311" v="155" actId="47"/>
        <pc:sldMkLst>
          <pc:docMk/>
          <pc:sldMk cId="3380616590" sldId="290"/>
        </pc:sldMkLst>
        <pc:picChg chg="add mod">
          <ac:chgData name="Amidou MAIGA" userId="e3a68560-8b3e-4c6f-8a91-7cd388bfee19" providerId="ADAL" clId="{0E45C5E4-6A80-49CC-8836-1266CB43F008}" dt="2026-04-14T23:24:59.939" v="42" actId="931"/>
          <ac:picMkLst>
            <pc:docMk/>
            <pc:sldMk cId="3380616590" sldId="290"/>
            <ac:picMk id="3" creationId="{816A9045-6C5E-4B8A-85F1-04E75E7AC5CB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8T12:53:55.238" v="167" actId="47"/>
        <pc:sldMkLst>
          <pc:docMk/>
          <pc:sldMk cId="4198219595" sldId="291"/>
        </pc:sldMkLst>
        <pc:picChg chg="add mod">
          <ac:chgData name="Amidou MAIGA" userId="e3a68560-8b3e-4c6f-8a91-7cd388bfee19" providerId="ADAL" clId="{0E45C5E4-6A80-49CC-8836-1266CB43F008}" dt="2026-04-14T23:25:09.469" v="43" actId="931"/>
          <ac:picMkLst>
            <pc:docMk/>
            <pc:sldMk cId="4198219595" sldId="291"/>
            <ac:picMk id="3" creationId="{BFA8B5F1-8A4C-43FD-BDF2-77D5EADB99FE}"/>
          </ac:picMkLst>
        </pc:picChg>
      </pc:sldChg>
      <pc:sldChg chg="addSp modSp add del ord replId">
        <pc:chgData name="Amidou MAIGA" userId="e3a68560-8b3e-4c6f-8a91-7cd388bfee19" providerId="ADAL" clId="{0E45C5E4-6A80-49CC-8836-1266CB43F008}" dt="2026-04-18T13:09:23.576" v="175" actId="47"/>
        <pc:sldMkLst>
          <pc:docMk/>
          <pc:sldMk cId="2261599845" sldId="292"/>
        </pc:sldMkLst>
        <pc:picChg chg="add mod">
          <ac:chgData name="Amidou MAIGA" userId="e3a68560-8b3e-4c6f-8a91-7cd388bfee19" providerId="ADAL" clId="{0E45C5E4-6A80-49CC-8836-1266CB43F008}" dt="2026-04-14T23:25:18.337" v="44" actId="931"/>
          <ac:picMkLst>
            <pc:docMk/>
            <pc:sldMk cId="2261599845" sldId="292"/>
            <ac:picMk id="3" creationId="{837191CA-E744-494D-90AA-71ABF0CE13F4}"/>
          </ac:picMkLst>
        </pc:picChg>
      </pc:sldChg>
      <pc:sldChg chg="addSp modSp add del">
        <pc:chgData name="Amidou MAIGA" userId="e3a68560-8b3e-4c6f-8a91-7cd388bfee19" providerId="ADAL" clId="{0E45C5E4-6A80-49CC-8836-1266CB43F008}" dt="2026-04-18T13:14:16.554" v="176" actId="2696"/>
        <pc:sldMkLst>
          <pc:docMk/>
          <pc:sldMk cId="3216772937" sldId="293"/>
        </pc:sldMkLst>
        <pc:picChg chg="add mod">
          <ac:chgData name="Amidou MAIGA" userId="e3a68560-8b3e-4c6f-8a91-7cd388bfee19" providerId="ADAL" clId="{0E45C5E4-6A80-49CC-8836-1266CB43F008}" dt="2026-04-14T23:25:32.147" v="45" actId="931"/>
          <ac:picMkLst>
            <pc:docMk/>
            <pc:sldMk cId="3216772937" sldId="293"/>
            <ac:picMk id="3" creationId="{E6A17E3C-20A0-4F50-9CBA-D367794A3EE9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8T14:17:38.235" v="182" actId="47"/>
        <pc:sldMkLst>
          <pc:docMk/>
          <pc:sldMk cId="1103296514" sldId="294"/>
        </pc:sldMkLst>
        <pc:picChg chg="add mod">
          <ac:chgData name="Amidou MAIGA" userId="e3a68560-8b3e-4c6f-8a91-7cd388bfee19" providerId="ADAL" clId="{0E45C5E4-6A80-49CC-8836-1266CB43F008}" dt="2026-04-14T23:25:47.994" v="46" actId="931"/>
          <ac:picMkLst>
            <pc:docMk/>
            <pc:sldMk cId="1103296514" sldId="294"/>
            <ac:picMk id="3" creationId="{9FA8CFE9-E671-4C34-966D-9B0A170F0E87}"/>
          </ac:picMkLst>
        </pc:picChg>
      </pc:sldChg>
      <pc:sldChg chg="addSp modSp add del replId">
        <pc:chgData name="Amidou MAIGA" userId="e3a68560-8b3e-4c6f-8a91-7cd388bfee19" providerId="ADAL" clId="{0E45C5E4-6A80-49CC-8836-1266CB43F008}" dt="2026-04-19T09:41:56.773" v="188" actId="47"/>
        <pc:sldMkLst>
          <pc:docMk/>
          <pc:sldMk cId="2286451945" sldId="295"/>
        </pc:sldMkLst>
        <pc:picChg chg="add mod">
          <ac:chgData name="Amidou MAIGA" userId="e3a68560-8b3e-4c6f-8a91-7cd388bfee19" providerId="ADAL" clId="{0E45C5E4-6A80-49CC-8836-1266CB43F008}" dt="2026-04-14T23:25:56.558" v="47" actId="931"/>
          <ac:picMkLst>
            <pc:docMk/>
            <pc:sldMk cId="2286451945" sldId="295"/>
            <ac:picMk id="3" creationId="{6FC0A782-7971-4CE2-AC99-ED8B7D3281DC}"/>
          </ac:picMkLst>
        </pc:picChg>
      </pc:sldChg>
      <pc:sldChg chg="addSp delSp modSp new del mod">
        <pc:chgData name="Amidou MAIGA" userId="e3a68560-8b3e-4c6f-8a91-7cd388bfee19" providerId="ADAL" clId="{0E45C5E4-6A80-49CC-8836-1266CB43F008}" dt="2026-04-19T09:42:33.163" v="189" actId="47"/>
        <pc:sldMkLst>
          <pc:docMk/>
          <pc:sldMk cId="2070295109" sldId="296"/>
        </pc:sldMkLst>
        <pc:spChg chg="del">
          <ac:chgData name="Amidou MAIGA" userId="e3a68560-8b3e-4c6f-8a91-7cd388bfee19" providerId="ADAL" clId="{0E45C5E4-6A80-49CC-8836-1266CB43F008}" dt="2026-04-15T11:10:27.270" v="79" actId="478"/>
          <ac:spMkLst>
            <pc:docMk/>
            <pc:sldMk cId="2070295109" sldId="296"/>
            <ac:spMk id="2" creationId="{2A1A9A6B-C710-4910-A5F3-DF7AC6FEE4CC}"/>
          </ac:spMkLst>
        </pc:spChg>
        <pc:spChg chg="del">
          <ac:chgData name="Amidou MAIGA" userId="e3a68560-8b3e-4c6f-8a91-7cd388bfee19" providerId="ADAL" clId="{0E45C5E4-6A80-49CC-8836-1266CB43F008}" dt="2026-04-15T11:10:25.263" v="78" actId="478"/>
          <ac:spMkLst>
            <pc:docMk/>
            <pc:sldMk cId="2070295109" sldId="296"/>
            <ac:spMk id="3" creationId="{53157D3D-0314-4A21-96A1-335E405AB665}"/>
          </ac:spMkLst>
        </pc:spChg>
        <pc:picChg chg="add mod">
          <ac:chgData name="Amidou MAIGA" userId="e3a68560-8b3e-4c6f-8a91-7cd388bfee19" providerId="ADAL" clId="{0E45C5E4-6A80-49CC-8836-1266CB43F008}" dt="2026-04-15T11:11:07.400" v="84" actId="931"/>
          <ac:picMkLst>
            <pc:docMk/>
            <pc:sldMk cId="2070295109" sldId="296"/>
            <ac:picMk id="5" creationId="{ED3EBF64-42E9-4DA3-811A-C7FA961370A4}"/>
          </ac:picMkLst>
        </pc:picChg>
      </pc:sldChg>
      <pc:sldChg chg="addSp modSp add del ord">
        <pc:chgData name="Amidou MAIGA" userId="e3a68560-8b3e-4c6f-8a91-7cd388bfee19" providerId="ADAL" clId="{0E45C5E4-6A80-49CC-8836-1266CB43F008}" dt="2026-04-20T12:01:13.431" v="222" actId="47"/>
        <pc:sldMkLst>
          <pc:docMk/>
          <pc:sldMk cId="2372137768" sldId="297"/>
        </pc:sldMkLst>
        <pc:picChg chg="add mod">
          <ac:chgData name="Amidou MAIGA" userId="e3a68560-8b3e-4c6f-8a91-7cd388bfee19" providerId="ADAL" clId="{0E45C5E4-6A80-49CC-8836-1266CB43F008}" dt="2026-04-15T11:13:20.642" v="88" actId="931"/>
          <ac:picMkLst>
            <pc:docMk/>
            <pc:sldMk cId="2372137768" sldId="297"/>
            <ac:picMk id="3" creationId="{F678A7B6-A1D2-465F-A7EB-F3F74CC4B06E}"/>
          </ac:picMkLst>
        </pc:picChg>
      </pc:sldChg>
      <pc:sldChg chg="addSp modSp add del">
        <pc:chgData name="Amidou MAIGA" userId="e3a68560-8b3e-4c6f-8a91-7cd388bfee19" providerId="ADAL" clId="{0E45C5E4-6A80-49CC-8836-1266CB43F008}" dt="2026-04-19T11:48:44.233" v="214" actId="47"/>
        <pc:sldMkLst>
          <pc:docMk/>
          <pc:sldMk cId="199503064" sldId="298"/>
        </pc:sldMkLst>
        <pc:picChg chg="add mod">
          <ac:chgData name="Amidou MAIGA" userId="e3a68560-8b3e-4c6f-8a91-7cd388bfee19" providerId="ADAL" clId="{0E45C5E4-6A80-49CC-8836-1266CB43F008}" dt="2026-04-15T11:11:18.899" v="85" actId="931"/>
          <ac:picMkLst>
            <pc:docMk/>
            <pc:sldMk cId="199503064" sldId="298"/>
            <ac:picMk id="3" creationId="{0523BE67-B2C1-4CD7-A2E0-F731B11EE2B3}"/>
          </ac:picMkLst>
        </pc:picChg>
      </pc:sldChg>
      <pc:sldChg chg="addSp modSp add del ord replId">
        <pc:chgData name="Amidou MAIGA" userId="e3a68560-8b3e-4c6f-8a91-7cd388bfee19" providerId="ADAL" clId="{0E45C5E4-6A80-49CC-8836-1266CB43F008}" dt="2026-04-20T12:55:23.646" v="268" actId="47"/>
        <pc:sldMkLst>
          <pc:docMk/>
          <pc:sldMk cId="1849482405" sldId="299"/>
        </pc:sldMkLst>
        <pc:picChg chg="add mod">
          <ac:chgData name="Amidou MAIGA" userId="e3a68560-8b3e-4c6f-8a91-7cd388bfee19" providerId="ADAL" clId="{0E45C5E4-6A80-49CC-8836-1266CB43F008}" dt="2026-04-15T11:11:29.974" v="86" actId="931"/>
          <ac:picMkLst>
            <pc:docMk/>
            <pc:sldMk cId="1849482405" sldId="299"/>
            <ac:picMk id="3" creationId="{1FB43107-DE28-4082-9417-44711EA9348D}"/>
          </ac:picMkLst>
        </pc:picChg>
      </pc:sldChg>
      <pc:sldChg chg="addSp modSp add del">
        <pc:chgData name="Amidou MAIGA" userId="e3a68560-8b3e-4c6f-8a91-7cd388bfee19" providerId="ADAL" clId="{0E45C5E4-6A80-49CC-8836-1266CB43F008}" dt="2026-04-19T09:52:02.180" v="191" actId="47"/>
        <pc:sldMkLst>
          <pc:docMk/>
          <pc:sldMk cId="761982792" sldId="300"/>
        </pc:sldMkLst>
        <pc:picChg chg="add mod">
          <ac:chgData name="Amidou MAIGA" userId="e3a68560-8b3e-4c6f-8a91-7cd388bfee19" providerId="ADAL" clId="{0E45C5E4-6A80-49CC-8836-1266CB43F008}" dt="2026-04-15T11:11:40.920" v="87" actId="931"/>
          <ac:picMkLst>
            <pc:docMk/>
            <pc:sldMk cId="761982792" sldId="300"/>
            <ac:picMk id="3" creationId="{58A9AF1C-8819-4650-8219-4EB4C784193D}"/>
          </ac:picMkLst>
        </pc:picChg>
      </pc:sldChg>
      <pc:sldChg chg="addSp modSp add del ord replId">
        <pc:chgData name="Amidou MAIGA" userId="e3a68560-8b3e-4c6f-8a91-7cd388bfee19" providerId="ADAL" clId="{0E45C5E4-6A80-49CC-8836-1266CB43F008}" dt="2026-04-20T11:49:19.673" v="215" actId="47"/>
        <pc:sldMkLst>
          <pc:docMk/>
          <pc:sldMk cId="3052122879" sldId="301"/>
        </pc:sldMkLst>
        <pc:picChg chg="add mod">
          <ac:chgData name="Amidou MAIGA" userId="e3a68560-8b3e-4c6f-8a91-7cd388bfee19" providerId="ADAL" clId="{0E45C5E4-6A80-49CC-8836-1266CB43F008}" dt="2026-04-15T13:36:20.587" v="89" actId="931"/>
          <ac:picMkLst>
            <pc:docMk/>
            <pc:sldMk cId="3052122879" sldId="301"/>
            <ac:picMk id="3" creationId="{9C1CC8BA-C37F-4E87-8E42-35E0532A8B1D}"/>
          </ac:picMkLst>
        </pc:picChg>
      </pc:sldChg>
      <pc:sldChg chg="addSp modSp add del">
        <pc:chgData name="Amidou MAIGA" userId="e3a68560-8b3e-4c6f-8a91-7cd388bfee19" providerId="ADAL" clId="{0E45C5E4-6A80-49CC-8836-1266CB43F008}" dt="2026-04-19T09:50:33.131" v="190" actId="47"/>
        <pc:sldMkLst>
          <pc:docMk/>
          <pc:sldMk cId="1657775733" sldId="302"/>
        </pc:sldMkLst>
        <pc:picChg chg="add mod">
          <ac:chgData name="Amidou MAIGA" userId="e3a68560-8b3e-4c6f-8a91-7cd388bfee19" providerId="ADAL" clId="{0E45C5E4-6A80-49CC-8836-1266CB43F008}" dt="2026-04-15T13:36:29.872" v="90" actId="931"/>
          <ac:picMkLst>
            <pc:docMk/>
            <pc:sldMk cId="1657775733" sldId="302"/>
            <ac:picMk id="3" creationId="{2F05BC33-EA62-40C3-9373-B735CA492824}"/>
          </ac:picMkLst>
        </pc:picChg>
      </pc:sldChg>
      <pc:sldChg chg="addSp delSp modSp add del mod replId">
        <pc:chgData name="Amidou MAIGA" userId="e3a68560-8b3e-4c6f-8a91-7cd388bfee19" providerId="ADAL" clId="{0E45C5E4-6A80-49CC-8836-1266CB43F008}" dt="2026-04-20T13:05:04.810" v="274" actId="14100"/>
        <pc:sldMkLst>
          <pc:docMk/>
          <pc:sldMk cId="313496867" sldId="303"/>
        </pc:sldMkLst>
        <pc:picChg chg="add del mod">
          <ac:chgData name="Amidou MAIGA" userId="e3a68560-8b3e-4c6f-8a91-7cd388bfee19" providerId="ADAL" clId="{0E45C5E4-6A80-49CC-8836-1266CB43F008}" dt="2026-04-20T13:04:52.537" v="271" actId="478"/>
          <ac:picMkLst>
            <pc:docMk/>
            <pc:sldMk cId="313496867" sldId="303"/>
            <ac:picMk id="3" creationId="{9504FC77-2107-4357-ADC7-6BD79987B4E2}"/>
          </ac:picMkLst>
        </pc:picChg>
        <pc:picChg chg="add mod">
          <ac:chgData name="Amidou MAIGA" userId="e3a68560-8b3e-4c6f-8a91-7cd388bfee19" providerId="ADAL" clId="{0E45C5E4-6A80-49CC-8836-1266CB43F008}" dt="2026-04-20T13:05:04.810" v="274" actId="14100"/>
          <ac:picMkLst>
            <pc:docMk/>
            <pc:sldMk cId="313496867" sldId="303"/>
            <ac:picMk id="4" creationId="{F8718C90-950A-42C1-B72B-EC9D16B6AE72}"/>
          </ac:picMkLst>
        </pc:picChg>
      </pc:sldChg>
      <pc:sldChg chg="addSp delSp modSp add del mod">
        <pc:chgData name="Amidou MAIGA" userId="e3a68560-8b3e-4c6f-8a91-7cd388bfee19" providerId="ADAL" clId="{0E45C5E4-6A80-49CC-8836-1266CB43F008}" dt="2026-04-18T10:23:03.696" v="110" actId="47"/>
        <pc:sldMkLst>
          <pc:docMk/>
          <pc:sldMk cId="686662181" sldId="304"/>
        </pc:sldMkLst>
        <pc:picChg chg="del">
          <ac:chgData name="Amidou MAIGA" userId="e3a68560-8b3e-4c6f-8a91-7cd388bfee19" providerId="ADAL" clId="{0E45C5E4-6A80-49CC-8836-1266CB43F008}" dt="2026-04-18T09:59:49.816" v="103" actId="478"/>
          <ac:picMkLst>
            <pc:docMk/>
            <pc:sldMk cId="686662181" sldId="304"/>
            <ac:picMk id="3" creationId="{BD958406-DADB-492D-B11E-94A804E829D6}"/>
          </ac:picMkLst>
        </pc:picChg>
        <pc:picChg chg="add mod">
          <ac:chgData name="Amidou MAIGA" userId="e3a68560-8b3e-4c6f-8a91-7cd388bfee19" providerId="ADAL" clId="{0E45C5E4-6A80-49CC-8836-1266CB43F008}" dt="2026-04-18T10:01:04.283" v="106" actId="14100"/>
          <ac:picMkLst>
            <pc:docMk/>
            <pc:sldMk cId="686662181" sldId="304"/>
            <ac:picMk id="4" creationId="{6D87E04C-8B14-4B8D-935C-A32FD3A916F6}"/>
          </ac:picMkLst>
        </pc:picChg>
      </pc:sldChg>
      <pc:sldChg chg="addSp delSp modSp add del mod ord">
        <pc:chgData name="Amidou MAIGA" userId="e3a68560-8b3e-4c6f-8a91-7cd388bfee19" providerId="ADAL" clId="{0E45C5E4-6A80-49CC-8836-1266CB43F008}" dt="2026-04-18T09:39:31.418" v="101" actId="2696"/>
        <pc:sldMkLst>
          <pc:docMk/>
          <pc:sldMk cId="1873126892" sldId="304"/>
        </pc:sldMkLst>
        <pc:picChg chg="del">
          <ac:chgData name="Amidou MAIGA" userId="e3a68560-8b3e-4c6f-8a91-7cd388bfee19" providerId="ADAL" clId="{0E45C5E4-6A80-49CC-8836-1266CB43F008}" dt="2026-04-18T09:38:55.889" v="97" actId="478"/>
          <ac:picMkLst>
            <pc:docMk/>
            <pc:sldMk cId="1873126892" sldId="304"/>
            <ac:picMk id="3" creationId="{837191CA-E744-494D-90AA-71ABF0CE13F4}"/>
          </ac:picMkLst>
        </pc:picChg>
        <pc:picChg chg="add mod">
          <ac:chgData name="Amidou MAIGA" userId="e3a68560-8b3e-4c6f-8a91-7cd388bfee19" providerId="ADAL" clId="{0E45C5E4-6A80-49CC-8836-1266CB43F008}" dt="2026-04-18T09:39:02.658" v="98"/>
          <ac:picMkLst>
            <pc:docMk/>
            <pc:sldMk cId="1873126892" sldId="304"/>
            <ac:picMk id="4" creationId="{4C37523E-8DCF-4DE7-B436-3BE1C1E0A8D0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18T10:23:12.506" v="112" actId="14100"/>
        <pc:sldMkLst>
          <pc:docMk/>
          <pc:sldMk cId="2442962649" sldId="305"/>
        </pc:sldMkLst>
        <pc:picChg chg="add mod">
          <ac:chgData name="Amidou MAIGA" userId="e3a68560-8b3e-4c6f-8a91-7cd388bfee19" providerId="ADAL" clId="{0E45C5E4-6A80-49CC-8836-1266CB43F008}" dt="2026-04-18T10:23:12.506" v="112" actId="14100"/>
          <ac:picMkLst>
            <pc:docMk/>
            <pc:sldMk cId="2442962649" sldId="305"/>
            <ac:picMk id="3" creationId="{31591C8D-90D5-42D3-A4D4-7CEA0D93CB18}"/>
          </ac:picMkLst>
        </pc:picChg>
        <pc:picChg chg="del">
          <ac:chgData name="Amidou MAIGA" userId="e3a68560-8b3e-4c6f-8a91-7cd388bfee19" providerId="ADAL" clId="{0E45C5E4-6A80-49CC-8836-1266CB43F008}" dt="2026-04-18T10:22:31.428" v="108" actId="478"/>
          <ac:picMkLst>
            <pc:docMk/>
            <pc:sldMk cId="2442962649" sldId="305"/>
            <ac:picMk id="4" creationId="{6D87E04C-8B14-4B8D-935C-A32FD3A916F6}"/>
          </ac:picMkLst>
        </pc:picChg>
      </pc:sldChg>
      <pc:sldChg chg="addSp delSp modSp new del mod">
        <pc:chgData name="Amidou MAIGA" userId="e3a68560-8b3e-4c6f-8a91-7cd388bfee19" providerId="ADAL" clId="{0E45C5E4-6A80-49CC-8836-1266CB43F008}" dt="2026-04-18T11:52:40.072" v="143" actId="47"/>
        <pc:sldMkLst>
          <pc:docMk/>
          <pc:sldMk cId="1436040974" sldId="306"/>
        </pc:sldMkLst>
        <pc:spChg chg="del">
          <ac:chgData name="Amidou MAIGA" userId="e3a68560-8b3e-4c6f-8a91-7cd388bfee19" providerId="ADAL" clId="{0E45C5E4-6A80-49CC-8836-1266CB43F008}" dt="2026-04-18T10:42:27.796" v="114" actId="478"/>
          <ac:spMkLst>
            <pc:docMk/>
            <pc:sldMk cId="1436040974" sldId="306"/>
            <ac:spMk id="2" creationId="{FA74DA06-010D-45F3-A61B-3C46941FA27F}"/>
          </ac:spMkLst>
        </pc:spChg>
        <pc:spChg chg="del">
          <ac:chgData name="Amidou MAIGA" userId="e3a68560-8b3e-4c6f-8a91-7cd388bfee19" providerId="ADAL" clId="{0E45C5E4-6A80-49CC-8836-1266CB43F008}" dt="2026-04-18T10:42:31.542" v="115" actId="478"/>
          <ac:spMkLst>
            <pc:docMk/>
            <pc:sldMk cId="1436040974" sldId="306"/>
            <ac:spMk id="3" creationId="{4B0432E3-05BE-4154-86CB-D3FECAE7E64B}"/>
          </ac:spMkLst>
        </pc:spChg>
        <pc:picChg chg="add mod">
          <ac:chgData name="Amidou MAIGA" userId="e3a68560-8b3e-4c6f-8a91-7cd388bfee19" providerId="ADAL" clId="{0E45C5E4-6A80-49CC-8836-1266CB43F008}" dt="2026-04-18T10:42:47.762" v="118" actId="14100"/>
          <ac:picMkLst>
            <pc:docMk/>
            <pc:sldMk cId="1436040974" sldId="306"/>
            <ac:picMk id="5" creationId="{9FB4588E-27F4-4059-B58C-E3BAE4BA538E}"/>
          </ac:picMkLst>
        </pc:picChg>
      </pc:sldChg>
      <pc:sldChg chg="addSp delSp modSp add del mod">
        <pc:chgData name="Amidou MAIGA" userId="e3a68560-8b3e-4c6f-8a91-7cd388bfee19" providerId="ADAL" clId="{0E45C5E4-6A80-49CC-8836-1266CB43F008}" dt="2026-04-18T12:09:35.673" v="151" actId="47"/>
        <pc:sldMkLst>
          <pc:docMk/>
          <pc:sldMk cId="2652564946" sldId="307"/>
        </pc:sldMkLst>
        <pc:picChg chg="del">
          <ac:chgData name="Amidou MAIGA" userId="e3a68560-8b3e-4c6f-8a91-7cd388bfee19" providerId="ADAL" clId="{0E45C5E4-6A80-49CC-8836-1266CB43F008}" dt="2026-04-18T11:01:48.867" v="121" actId="478"/>
          <ac:picMkLst>
            <pc:docMk/>
            <pc:sldMk cId="2652564946" sldId="307"/>
            <ac:picMk id="3" creationId="{FF33C153-D998-4BD9-9FC1-EF2D2EB3BA14}"/>
          </ac:picMkLst>
        </pc:picChg>
        <pc:picChg chg="add mod">
          <ac:chgData name="Amidou MAIGA" userId="e3a68560-8b3e-4c6f-8a91-7cd388bfee19" providerId="ADAL" clId="{0E45C5E4-6A80-49CC-8836-1266CB43F008}" dt="2026-04-18T11:02:01.176" v="124" actId="14100"/>
          <ac:picMkLst>
            <pc:docMk/>
            <pc:sldMk cId="2652564946" sldId="307"/>
            <ac:picMk id="4" creationId="{42361B12-1810-4D7B-903B-6300611CACB9}"/>
          </ac:picMkLst>
        </pc:picChg>
      </pc:sldChg>
      <pc:sldChg chg="addSp delSp modSp add del mod">
        <pc:chgData name="Amidou MAIGA" userId="e3a68560-8b3e-4c6f-8a91-7cd388bfee19" providerId="ADAL" clId="{0E45C5E4-6A80-49CC-8836-1266CB43F008}" dt="2026-04-18T12:12:11.433" v="161" actId="47"/>
        <pc:sldMkLst>
          <pc:docMk/>
          <pc:sldMk cId="3600843969" sldId="308"/>
        </pc:sldMkLst>
        <pc:picChg chg="del">
          <ac:chgData name="Amidou MAIGA" userId="e3a68560-8b3e-4c6f-8a91-7cd388bfee19" providerId="ADAL" clId="{0E45C5E4-6A80-49CC-8836-1266CB43F008}" dt="2026-04-18T11:42:57.010" v="127" actId="478"/>
          <ac:picMkLst>
            <pc:docMk/>
            <pc:sldMk cId="3600843969" sldId="308"/>
            <ac:picMk id="3" creationId="{800133D5-3300-4893-885E-5B8609877EAE}"/>
          </ac:picMkLst>
        </pc:picChg>
        <pc:picChg chg="add mod">
          <ac:chgData name="Amidou MAIGA" userId="e3a68560-8b3e-4c6f-8a91-7cd388bfee19" providerId="ADAL" clId="{0E45C5E4-6A80-49CC-8836-1266CB43F008}" dt="2026-04-18T11:43:10.725" v="130" actId="14100"/>
          <ac:picMkLst>
            <pc:docMk/>
            <pc:sldMk cId="3600843969" sldId="308"/>
            <ac:picMk id="4" creationId="{FD0E201D-5853-40CB-B201-AE2F50F20691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45:27.512" v="243" actId="14100"/>
        <pc:sldMkLst>
          <pc:docMk/>
          <pc:sldMk cId="2514752130" sldId="309"/>
        </pc:sldMkLst>
        <pc:picChg chg="add mod">
          <ac:chgData name="Amidou MAIGA" userId="e3a68560-8b3e-4c6f-8a91-7cd388bfee19" providerId="ADAL" clId="{0E45C5E4-6A80-49CC-8836-1266CB43F008}" dt="2026-04-20T12:45:27.512" v="243" actId="14100"/>
          <ac:picMkLst>
            <pc:docMk/>
            <pc:sldMk cId="2514752130" sldId="309"/>
            <ac:picMk id="3" creationId="{701A5C3F-9C0B-4DDF-9199-3695B07C0942}"/>
          </ac:picMkLst>
        </pc:picChg>
        <pc:picChg chg="del">
          <ac:chgData name="Amidou MAIGA" userId="e3a68560-8b3e-4c6f-8a91-7cd388bfee19" providerId="ADAL" clId="{0E45C5E4-6A80-49CC-8836-1266CB43F008}" dt="2026-04-18T11:49:51.712" v="133" actId="478"/>
          <ac:picMkLst>
            <pc:docMk/>
            <pc:sldMk cId="2514752130" sldId="309"/>
            <ac:picMk id="3" creationId="{816A9045-6C5E-4B8A-85F1-04E75E7AC5CB}"/>
          </ac:picMkLst>
        </pc:picChg>
        <pc:picChg chg="add del mod">
          <ac:chgData name="Amidou MAIGA" userId="e3a68560-8b3e-4c6f-8a91-7cd388bfee19" providerId="ADAL" clId="{0E45C5E4-6A80-49CC-8836-1266CB43F008}" dt="2026-04-18T11:50:29.410" v="135" actId="478"/>
          <ac:picMkLst>
            <pc:docMk/>
            <pc:sldMk cId="2514752130" sldId="309"/>
            <ac:picMk id="4" creationId="{E6F9BC57-2160-4A01-83A4-BF7051768359}"/>
          </ac:picMkLst>
        </pc:picChg>
        <pc:picChg chg="add del mod">
          <ac:chgData name="Amidou MAIGA" userId="e3a68560-8b3e-4c6f-8a91-7cd388bfee19" providerId="ADAL" clId="{0E45C5E4-6A80-49CC-8836-1266CB43F008}" dt="2026-04-20T12:45:13.580" v="240" actId="478"/>
          <ac:picMkLst>
            <pc:docMk/>
            <pc:sldMk cId="2514752130" sldId="309"/>
            <ac:picMk id="6" creationId="{7E4A09C8-AE35-4E1C-BCFC-12570233E2B6}"/>
          </ac:picMkLst>
        </pc:picChg>
      </pc:sldChg>
      <pc:sldChg chg="addSp delSp modSp add del mod">
        <pc:chgData name="Amidou MAIGA" userId="e3a68560-8b3e-4c6f-8a91-7cd388bfee19" providerId="ADAL" clId="{0E45C5E4-6A80-49CC-8836-1266CB43F008}" dt="2026-04-20T12:41:56.233" v="231" actId="14100"/>
        <pc:sldMkLst>
          <pc:docMk/>
          <pc:sldMk cId="2217709931" sldId="310"/>
        </pc:sldMkLst>
        <pc:picChg chg="add del mod">
          <ac:chgData name="Amidou MAIGA" userId="e3a68560-8b3e-4c6f-8a91-7cd388bfee19" providerId="ADAL" clId="{0E45C5E4-6A80-49CC-8836-1266CB43F008}" dt="2026-04-20T12:41:40.589" v="228" actId="478"/>
          <ac:picMkLst>
            <pc:docMk/>
            <pc:sldMk cId="2217709931" sldId="310"/>
            <ac:picMk id="3" creationId="{BDC2E02F-B554-46C6-B850-99200090BD0C}"/>
          </ac:picMkLst>
        </pc:picChg>
        <pc:picChg chg="add mod">
          <ac:chgData name="Amidou MAIGA" userId="e3a68560-8b3e-4c6f-8a91-7cd388bfee19" providerId="ADAL" clId="{0E45C5E4-6A80-49CC-8836-1266CB43F008}" dt="2026-04-20T12:41:56.233" v="231" actId="14100"/>
          <ac:picMkLst>
            <pc:docMk/>
            <pc:sldMk cId="2217709931" sldId="310"/>
            <ac:picMk id="4" creationId="{9C8BA1DA-2034-4D71-B0B0-747279487C6A}"/>
          </ac:picMkLst>
        </pc:picChg>
        <pc:picChg chg="del">
          <ac:chgData name="Amidou MAIGA" userId="e3a68560-8b3e-4c6f-8a91-7cd388bfee19" providerId="ADAL" clId="{0E45C5E4-6A80-49CC-8836-1266CB43F008}" dt="2026-04-18T11:52:11.454" v="139" actId="478"/>
          <ac:picMkLst>
            <pc:docMk/>
            <pc:sldMk cId="2217709931" sldId="310"/>
            <ac:picMk id="5" creationId="{9FB4588E-27F4-4059-B58C-E3BAE4BA538E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43:10.090" v="235" actId="14100"/>
        <pc:sldMkLst>
          <pc:docMk/>
          <pc:sldMk cId="551212223" sldId="311"/>
        </pc:sldMkLst>
        <pc:picChg chg="add del mod">
          <ac:chgData name="Amidou MAIGA" userId="e3a68560-8b3e-4c6f-8a91-7cd388bfee19" providerId="ADAL" clId="{0E45C5E4-6A80-49CC-8836-1266CB43F008}" dt="2026-04-20T12:42:56.933" v="232" actId="478"/>
          <ac:picMkLst>
            <pc:docMk/>
            <pc:sldMk cId="551212223" sldId="311"/>
            <ac:picMk id="3" creationId="{FA5A5C3C-8452-42C0-9E89-103E5950006E}"/>
          </ac:picMkLst>
        </pc:picChg>
        <pc:picChg chg="add mod">
          <ac:chgData name="Amidou MAIGA" userId="e3a68560-8b3e-4c6f-8a91-7cd388bfee19" providerId="ADAL" clId="{0E45C5E4-6A80-49CC-8836-1266CB43F008}" dt="2026-04-20T12:43:10.090" v="235" actId="14100"/>
          <ac:picMkLst>
            <pc:docMk/>
            <pc:sldMk cId="551212223" sldId="311"/>
            <ac:picMk id="4" creationId="{2F618BB4-3064-4E78-99BD-346BEA82ECF3}"/>
          </ac:picMkLst>
        </pc:picChg>
        <pc:picChg chg="del">
          <ac:chgData name="Amidou MAIGA" userId="e3a68560-8b3e-4c6f-8a91-7cd388bfee19" providerId="ADAL" clId="{0E45C5E4-6A80-49CC-8836-1266CB43F008}" dt="2026-04-18T11:52:49.440" v="145" actId="478"/>
          <ac:picMkLst>
            <pc:docMk/>
            <pc:sldMk cId="551212223" sldId="311"/>
            <ac:picMk id="4" creationId="{42361B12-1810-4D7B-903B-6300611CACB9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44:01.860" v="239" actId="14100"/>
        <pc:sldMkLst>
          <pc:docMk/>
          <pc:sldMk cId="1806019029" sldId="312"/>
        </pc:sldMkLst>
        <pc:picChg chg="add mod">
          <ac:chgData name="Amidou MAIGA" userId="e3a68560-8b3e-4c6f-8a91-7cd388bfee19" providerId="ADAL" clId="{0E45C5E4-6A80-49CC-8836-1266CB43F008}" dt="2026-04-20T12:44:01.860" v="239" actId="14100"/>
          <ac:picMkLst>
            <pc:docMk/>
            <pc:sldMk cId="1806019029" sldId="312"/>
            <ac:picMk id="3" creationId="{460CE842-70AF-4AD4-BCF1-79A0CCA024FC}"/>
          </ac:picMkLst>
        </pc:picChg>
        <pc:picChg chg="add del mod">
          <ac:chgData name="Amidou MAIGA" userId="e3a68560-8b3e-4c6f-8a91-7cd388bfee19" providerId="ADAL" clId="{0E45C5E4-6A80-49CC-8836-1266CB43F008}" dt="2026-04-18T12:09:08.026" v="149" actId="478"/>
          <ac:picMkLst>
            <pc:docMk/>
            <pc:sldMk cId="1806019029" sldId="312"/>
            <ac:picMk id="3" creationId="{BB9C75E6-4907-4DF7-B086-121EAA97778C}"/>
          </ac:picMkLst>
        </pc:picChg>
        <pc:picChg chg="del">
          <ac:chgData name="Amidou MAIGA" userId="e3a68560-8b3e-4c6f-8a91-7cd388bfee19" providerId="ADAL" clId="{0E45C5E4-6A80-49CC-8836-1266CB43F008}" dt="2026-04-18T11:52:57.739" v="147" actId="478"/>
          <ac:picMkLst>
            <pc:docMk/>
            <pc:sldMk cId="1806019029" sldId="312"/>
            <ac:picMk id="4" creationId="{FD0E201D-5853-40CB-B201-AE2F50F20691}"/>
          </ac:picMkLst>
        </pc:picChg>
        <pc:picChg chg="add del mod">
          <ac:chgData name="Amidou MAIGA" userId="e3a68560-8b3e-4c6f-8a91-7cd388bfee19" providerId="ADAL" clId="{0E45C5E4-6A80-49CC-8836-1266CB43F008}" dt="2026-04-20T12:43:20.283" v="236" actId="478"/>
          <ac:picMkLst>
            <pc:docMk/>
            <pc:sldMk cId="1806019029" sldId="312"/>
            <ac:picMk id="6" creationId="{51A7E4E5-3FD5-4B1D-9D23-93D4DFD806AB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52:50.761" v="251" actId="14100"/>
        <pc:sldMkLst>
          <pc:docMk/>
          <pc:sldMk cId="4268060341" sldId="313"/>
        </pc:sldMkLst>
        <pc:picChg chg="add mod">
          <ac:chgData name="Amidou MAIGA" userId="e3a68560-8b3e-4c6f-8a91-7cd388bfee19" providerId="ADAL" clId="{0E45C5E4-6A80-49CC-8836-1266CB43F008}" dt="2026-04-20T12:52:50.761" v="251" actId="14100"/>
          <ac:picMkLst>
            <pc:docMk/>
            <pc:sldMk cId="4268060341" sldId="313"/>
            <ac:picMk id="3" creationId="{2D5420E8-BC1C-43F6-940B-71F47C6A7FE1}"/>
          </ac:picMkLst>
        </pc:picChg>
        <pc:picChg chg="del">
          <ac:chgData name="Amidou MAIGA" userId="e3a68560-8b3e-4c6f-8a91-7cd388bfee19" providerId="ADAL" clId="{0E45C5E4-6A80-49CC-8836-1266CB43F008}" dt="2026-04-18T12:13:08.494" v="163" actId="478"/>
          <ac:picMkLst>
            <pc:docMk/>
            <pc:sldMk cId="4268060341" sldId="313"/>
            <ac:picMk id="3" creationId="{BFA8B5F1-8A4C-43FD-BDF2-77D5EADB99FE}"/>
          </ac:picMkLst>
        </pc:picChg>
        <pc:picChg chg="add del mod">
          <ac:chgData name="Amidou MAIGA" userId="e3a68560-8b3e-4c6f-8a91-7cd388bfee19" providerId="ADAL" clId="{0E45C5E4-6A80-49CC-8836-1266CB43F008}" dt="2026-04-20T12:52:36.147" v="248" actId="478"/>
          <ac:picMkLst>
            <pc:docMk/>
            <pc:sldMk cId="4268060341" sldId="313"/>
            <ac:picMk id="4" creationId="{D3CD4343-684E-4058-A53E-E7D056D388CF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52:23.691" v="247" actId="14100"/>
        <pc:sldMkLst>
          <pc:docMk/>
          <pc:sldMk cId="4174656500" sldId="314"/>
        </pc:sldMkLst>
        <pc:picChg chg="del">
          <ac:chgData name="Amidou MAIGA" userId="e3a68560-8b3e-4c6f-8a91-7cd388bfee19" providerId="ADAL" clId="{0E45C5E4-6A80-49CC-8836-1266CB43F008}" dt="2026-04-18T12:54:18.363" v="171" actId="478"/>
          <ac:picMkLst>
            <pc:docMk/>
            <pc:sldMk cId="4174656500" sldId="314"/>
            <ac:picMk id="3" creationId="{837191CA-E744-494D-90AA-71ABF0CE13F4}"/>
          </ac:picMkLst>
        </pc:picChg>
        <pc:picChg chg="add mod">
          <ac:chgData name="Amidou MAIGA" userId="e3a68560-8b3e-4c6f-8a91-7cd388bfee19" providerId="ADAL" clId="{0E45C5E4-6A80-49CC-8836-1266CB43F008}" dt="2026-04-20T12:52:23.691" v="247" actId="14100"/>
          <ac:picMkLst>
            <pc:docMk/>
            <pc:sldMk cId="4174656500" sldId="314"/>
            <ac:picMk id="3" creationId="{DD123111-3302-41EB-BB78-E3B3D496F551}"/>
          </ac:picMkLst>
        </pc:picChg>
        <pc:picChg chg="add del mod">
          <ac:chgData name="Amidou MAIGA" userId="e3a68560-8b3e-4c6f-8a91-7cd388bfee19" providerId="ADAL" clId="{0E45C5E4-6A80-49CC-8836-1266CB43F008}" dt="2026-04-20T12:52:05.684" v="244" actId="478"/>
          <ac:picMkLst>
            <pc:docMk/>
            <pc:sldMk cId="4174656500" sldId="314"/>
            <ac:picMk id="4" creationId="{2A1A8279-0B79-4350-8AB4-B1DFE0A76DD9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53:41.177" v="255" actId="14100"/>
        <pc:sldMkLst>
          <pc:docMk/>
          <pc:sldMk cId="1822944104" sldId="315"/>
        </pc:sldMkLst>
        <pc:picChg chg="del">
          <ac:chgData name="Amidou MAIGA" userId="e3a68560-8b3e-4c6f-8a91-7cd388bfee19" providerId="ADAL" clId="{0E45C5E4-6A80-49CC-8836-1266CB43F008}" dt="2026-04-18T14:15:19.506" v="178" actId="478"/>
          <ac:picMkLst>
            <pc:docMk/>
            <pc:sldMk cId="1822944104" sldId="315"/>
            <ac:picMk id="3" creationId="{9FA8CFE9-E671-4C34-966D-9B0A170F0E87}"/>
          </ac:picMkLst>
        </pc:picChg>
        <pc:picChg chg="add mod">
          <ac:chgData name="Amidou MAIGA" userId="e3a68560-8b3e-4c6f-8a91-7cd388bfee19" providerId="ADAL" clId="{0E45C5E4-6A80-49CC-8836-1266CB43F008}" dt="2026-04-20T12:53:41.177" v="255" actId="14100"/>
          <ac:picMkLst>
            <pc:docMk/>
            <pc:sldMk cId="1822944104" sldId="315"/>
            <ac:picMk id="3" creationId="{BE721E0F-5B70-475B-9D29-AC2B954B44A3}"/>
          </ac:picMkLst>
        </pc:picChg>
        <pc:picChg chg="add del mod">
          <ac:chgData name="Amidou MAIGA" userId="e3a68560-8b3e-4c6f-8a91-7cd388bfee19" providerId="ADAL" clId="{0E45C5E4-6A80-49CC-8836-1266CB43F008}" dt="2026-04-20T12:53:25.619" v="252" actId="478"/>
          <ac:picMkLst>
            <pc:docMk/>
            <pc:sldMk cId="1822944104" sldId="315"/>
            <ac:picMk id="4" creationId="{BE9CDF40-327C-4C71-95AA-06A348A545DA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54:10.881" v="259" actId="14100"/>
        <pc:sldMkLst>
          <pc:docMk/>
          <pc:sldMk cId="3828307123" sldId="316"/>
        </pc:sldMkLst>
        <pc:picChg chg="del">
          <ac:chgData name="Amidou MAIGA" userId="e3a68560-8b3e-4c6f-8a91-7cd388bfee19" providerId="ADAL" clId="{0E45C5E4-6A80-49CC-8836-1266CB43F008}" dt="2026-04-19T09:34:36.251" v="184" actId="478"/>
          <ac:picMkLst>
            <pc:docMk/>
            <pc:sldMk cId="3828307123" sldId="316"/>
            <ac:picMk id="3" creationId="{6FC0A782-7971-4CE2-AC99-ED8B7D3281DC}"/>
          </ac:picMkLst>
        </pc:picChg>
        <pc:picChg chg="add mod">
          <ac:chgData name="Amidou MAIGA" userId="e3a68560-8b3e-4c6f-8a91-7cd388bfee19" providerId="ADAL" clId="{0E45C5E4-6A80-49CC-8836-1266CB43F008}" dt="2026-04-20T12:54:10.881" v="259" actId="14100"/>
          <ac:picMkLst>
            <pc:docMk/>
            <pc:sldMk cId="3828307123" sldId="316"/>
            <ac:picMk id="3" creationId="{A6A3F500-FF00-467A-9ECF-3705CBFC389C}"/>
          </ac:picMkLst>
        </pc:picChg>
        <pc:picChg chg="add del mod">
          <ac:chgData name="Amidou MAIGA" userId="e3a68560-8b3e-4c6f-8a91-7cd388bfee19" providerId="ADAL" clId="{0E45C5E4-6A80-49CC-8836-1266CB43F008}" dt="2026-04-20T12:53:52.491" v="256" actId="478"/>
          <ac:picMkLst>
            <pc:docMk/>
            <pc:sldMk cId="3828307123" sldId="316"/>
            <ac:picMk id="4" creationId="{6F7378BE-BDF2-4460-B04B-42727AD7CC69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54:46.969" v="263" actId="14100"/>
        <pc:sldMkLst>
          <pc:docMk/>
          <pc:sldMk cId="1177055725" sldId="317"/>
        </pc:sldMkLst>
        <pc:picChg chg="del">
          <ac:chgData name="Amidou MAIGA" userId="e3a68560-8b3e-4c6f-8a91-7cd388bfee19" providerId="ADAL" clId="{0E45C5E4-6A80-49CC-8836-1266CB43F008}" dt="2026-04-19T11:25:47.761" v="199" actId="478"/>
          <ac:picMkLst>
            <pc:docMk/>
            <pc:sldMk cId="1177055725" sldId="317"/>
            <ac:picMk id="3" creationId="{9C1CC8BA-C37F-4E87-8E42-35E0532A8B1D}"/>
          </ac:picMkLst>
        </pc:picChg>
        <pc:picChg chg="add mod">
          <ac:chgData name="Amidou MAIGA" userId="e3a68560-8b3e-4c6f-8a91-7cd388bfee19" providerId="ADAL" clId="{0E45C5E4-6A80-49CC-8836-1266CB43F008}" dt="2026-04-20T12:54:46.969" v="263" actId="14100"/>
          <ac:picMkLst>
            <pc:docMk/>
            <pc:sldMk cId="1177055725" sldId="317"/>
            <ac:picMk id="3" creationId="{CD682A1D-8F3E-4FBD-8229-C9465B9B8A9A}"/>
          </ac:picMkLst>
        </pc:picChg>
        <pc:picChg chg="add del mod">
          <ac:chgData name="Amidou MAIGA" userId="e3a68560-8b3e-4c6f-8a91-7cd388bfee19" providerId="ADAL" clId="{0E45C5E4-6A80-49CC-8836-1266CB43F008}" dt="2026-04-19T11:27:16.962" v="203" actId="478"/>
          <ac:picMkLst>
            <pc:docMk/>
            <pc:sldMk cId="1177055725" sldId="317"/>
            <ac:picMk id="4" creationId="{3F932AED-FD44-4B0D-914C-50B7ADDB176F}"/>
          </ac:picMkLst>
        </pc:picChg>
        <pc:picChg chg="add del mod">
          <ac:chgData name="Amidou MAIGA" userId="e3a68560-8b3e-4c6f-8a91-7cd388bfee19" providerId="ADAL" clId="{0E45C5E4-6A80-49CC-8836-1266CB43F008}" dt="2026-04-20T12:54:24.476" v="260" actId="478"/>
          <ac:picMkLst>
            <pc:docMk/>
            <pc:sldMk cId="1177055725" sldId="317"/>
            <ac:picMk id="6" creationId="{31C08E80-91BD-4E45-872A-F910FB75612A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55:13.259" v="267" actId="14100"/>
        <pc:sldMkLst>
          <pc:docMk/>
          <pc:sldMk cId="1740131318" sldId="318"/>
        </pc:sldMkLst>
        <pc:picChg chg="del">
          <ac:chgData name="Amidou MAIGA" userId="e3a68560-8b3e-4c6f-8a91-7cd388bfee19" providerId="ADAL" clId="{0E45C5E4-6A80-49CC-8836-1266CB43F008}" dt="2026-04-19T11:46:53.669" v="210" actId="478"/>
          <ac:picMkLst>
            <pc:docMk/>
            <pc:sldMk cId="1740131318" sldId="318"/>
            <ac:picMk id="3" creationId="{0523BE67-B2C1-4CD7-A2E0-F731B11EE2B3}"/>
          </ac:picMkLst>
        </pc:picChg>
        <pc:picChg chg="add mod">
          <ac:chgData name="Amidou MAIGA" userId="e3a68560-8b3e-4c6f-8a91-7cd388bfee19" providerId="ADAL" clId="{0E45C5E4-6A80-49CC-8836-1266CB43F008}" dt="2026-04-20T12:55:13.259" v="267" actId="14100"/>
          <ac:picMkLst>
            <pc:docMk/>
            <pc:sldMk cId="1740131318" sldId="318"/>
            <ac:picMk id="3" creationId="{59AA60AB-4D36-4F34-A0ED-921BAB173539}"/>
          </ac:picMkLst>
        </pc:picChg>
        <pc:picChg chg="add del mod">
          <ac:chgData name="Amidou MAIGA" userId="e3a68560-8b3e-4c6f-8a91-7cd388bfee19" providerId="ADAL" clId="{0E45C5E4-6A80-49CC-8836-1266CB43F008}" dt="2026-04-20T12:54:55.385" v="264" actId="478"/>
          <ac:picMkLst>
            <pc:docMk/>
            <pc:sldMk cId="1740131318" sldId="318"/>
            <ac:picMk id="4" creationId="{0876DE7B-05C3-49E4-9DA5-80ECB574DAF8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00:39.300" v="221" actId="14100"/>
        <pc:sldMkLst>
          <pc:docMk/>
          <pc:sldMk cId="3150974483" sldId="319"/>
        </pc:sldMkLst>
        <pc:picChg chg="del">
          <ac:chgData name="Amidou MAIGA" userId="e3a68560-8b3e-4c6f-8a91-7cd388bfee19" providerId="ADAL" clId="{0E45C5E4-6A80-49CC-8836-1266CB43F008}" dt="2026-04-20T12:00:14.016" v="217" actId="478"/>
          <ac:picMkLst>
            <pc:docMk/>
            <pc:sldMk cId="3150974483" sldId="319"/>
            <ac:picMk id="3" creationId="{F678A7B6-A1D2-465F-A7EB-F3F74CC4B06E}"/>
          </ac:picMkLst>
        </pc:picChg>
        <pc:picChg chg="add mod">
          <ac:chgData name="Amidou MAIGA" userId="e3a68560-8b3e-4c6f-8a91-7cd388bfee19" providerId="ADAL" clId="{0E45C5E4-6A80-49CC-8836-1266CB43F008}" dt="2026-04-20T12:00:39.300" v="221" actId="14100"/>
          <ac:picMkLst>
            <pc:docMk/>
            <pc:sldMk cId="3150974483" sldId="319"/>
            <ac:picMk id="4" creationId="{882A15A8-B2C5-439D-AE75-32B8B59CBB33}"/>
          </ac:picMkLst>
        </pc:picChg>
      </pc:sldChg>
      <pc:sldChg chg="addSp delSp modSp add mod">
        <pc:chgData name="Amidou MAIGA" userId="e3a68560-8b3e-4c6f-8a91-7cd388bfee19" providerId="ADAL" clId="{0E45C5E4-6A80-49CC-8836-1266CB43F008}" dt="2026-04-20T12:34:20.324" v="227" actId="14100"/>
        <pc:sldMkLst>
          <pc:docMk/>
          <pc:sldMk cId="1871861595" sldId="320"/>
        </pc:sldMkLst>
        <pc:picChg chg="del">
          <ac:chgData name="Amidou MAIGA" userId="e3a68560-8b3e-4c6f-8a91-7cd388bfee19" providerId="ADAL" clId="{0E45C5E4-6A80-49CC-8836-1266CB43F008}" dt="2026-04-20T12:34:06.394" v="224" actId="478"/>
          <ac:picMkLst>
            <pc:docMk/>
            <pc:sldMk cId="1871861595" sldId="320"/>
            <ac:picMk id="3" creationId="{1FB43107-DE28-4082-9417-44711EA9348D}"/>
          </ac:picMkLst>
        </pc:picChg>
        <pc:picChg chg="add mod">
          <ac:chgData name="Amidou MAIGA" userId="e3a68560-8b3e-4c6f-8a91-7cd388bfee19" providerId="ADAL" clId="{0E45C5E4-6A80-49CC-8836-1266CB43F008}" dt="2026-04-20T12:34:20.324" v="227" actId="14100"/>
          <ac:picMkLst>
            <pc:docMk/>
            <pc:sldMk cId="1871861595" sldId="320"/>
            <ac:picMk id="4" creationId="{82749EA7-DA3C-4136-A170-308D17173E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6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7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6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1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2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2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5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30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30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8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9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5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18BE-B987-4A24-B178-6FEA1F53A43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3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770F4-94F4-43CB-B383-C4C76CA50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6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1591C8D-90D5-42D3-A4D4-7CEA0D93C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6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C8BA1DA-2034-4D71-B0B0-747279487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0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F618BB4-3064-4E78-99BD-346BEA82E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1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60CE842-70AF-4AD4-BCF1-79A0CCA02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1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01A5C3F-9C0B-4DDF-9199-3695B07C0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5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D123111-3302-41EB-BB78-E3B3D496F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5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D5420E8-BC1C-43F6-940B-71F47C6A7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6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E721E0F-5B70-475B-9D29-AC2B954B4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44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A3F500-FF00-467A-9ECF-3705CBFC3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07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D682A1D-8F3E-4FBD-8229-C9465B9B8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55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9AA60AB-4D36-4F34-A0ED-921BAB173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3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82A15A8-B2C5-439D-AE75-32B8B59CB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7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2749EA7-DA3C-4136-A170-308D17173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6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8718C90-950A-42C1-B72B-EC9D16B6A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F50A86-0D4E-4CCB-A600-D2E67465FC22}">
  <we:reference id="wa200007130" version="1.0.0.1" store="en-US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Amidou MAIGA</dc:creator>
  <cp:lastModifiedBy>Amidou MAIGA</cp:lastModifiedBy>
  <cp:revision>39</cp:revision>
  <dcterms:created xsi:type="dcterms:W3CDTF">2026-04-12T10:49:20Z</dcterms:created>
  <dcterms:modified xsi:type="dcterms:W3CDTF">2026-04-20T13:43:53Z</dcterms:modified>
</cp:coreProperties>
</file>